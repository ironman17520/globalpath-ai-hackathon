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59" r:id="rId6"/>
    <p:sldId id="260" r:id="rId7"/>
    <p:sldId id="262" r:id="rId8"/>
    <p:sldId id="263" r:id="rId9"/>
    <p:sldId id="264" r:id="rId10"/>
    <p:sldId id="266" r:id="rId11"/>
  </p:sldIdLst>
  <p:sldSz cx="9144000" cy="5143500" type="screen16x9"/>
  <p:notesSz cx="6858000" cy="9144000"/>
  <p:embeddedFontLst>
    <p:embeddedFont>
      <p:font typeface="Manrope" panose="020B0604020202020204" charset="0"/>
      <p:regular r:id="rId13"/>
      <p:bold r:id="rId14"/>
    </p:embeddedFont>
    <p:embeddedFont>
      <p:font typeface="Manrope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0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63" y="34107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US" sz="2000" dirty="0" err="1">
                <a:effectLst/>
                <a:latin typeface="+mn-lt"/>
              </a:rPr>
              <a:t>GlobalPath</a:t>
            </a:r>
            <a:r>
              <a:rPr lang="en-US" sz="2000" dirty="0">
                <a:effectLst/>
                <a:latin typeface="+mn-lt"/>
              </a:rPr>
              <a:t> AI</a:t>
            </a:r>
            <a:endParaRPr lang="en-IN" sz="2000" dirty="0">
              <a:effectLst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63" y="4298158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2000" dirty="0">
                <a:effectLst/>
              </a:rPr>
              <a:t>AI for Communities, Access &amp; Public Impact</a:t>
            </a: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Vaishak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Harikumar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43232" y="827514"/>
            <a:ext cx="8485458" cy="65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b="1" dirty="0">
                <a:solidFill>
                  <a:srgbClr val="202729"/>
                </a:solidFill>
                <a:latin typeface="+mn-lt"/>
                <a:ea typeface="Manrope"/>
                <a:cs typeface="Manrope"/>
                <a:sym typeface="Manrope"/>
              </a:rPr>
              <a:t>Brief about the Idea: </a:t>
            </a:r>
            <a:r>
              <a:rPr lang="en-US" dirty="0" err="1">
                <a:effectLst/>
                <a:latin typeface="+mn-lt"/>
              </a:rPr>
              <a:t>GlobalPath</a:t>
            </a:r>
            <a:r>
              <a:rPr lang="en-US" dirty="0">
                <a:effectLst/>
                <a:latin typeface="+mn-lt"/>
              </a:rPr>
              <a:t> AI – Your Personalized Bureaucracy Navigator for Immigrants &amp; International Students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1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3F19B-3282-4609-8302-772C114712E4}"/>
              </a:ext>
            </a:extLst>
          </p:cNvPr>
          <p:cNvSpPr txBox="1"/>
          <p:nvPr/>
        </p:nvSpPr>
        <p:spPr>
          <a:xfrm>
            <a:off x="396390" y="1482600"/>
            <a:ext cx="823860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There's overwhelming and country-specific bureaucratic red tape in visas, healthcare enrollment, housing rights/eligibility, and tax requirements for immigrants and international students. This results in delays, penalties, denials, opportunities missed, and increased stress levels, particularly for master's students adjusting to new countries.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GlobalPath</a:t>
            </a:r>
            <a:r>
              <a:rPr lang="en-US" dirty="0"/>
              <a:t> AI: An AI-driven local policy guidance tool that allows users to upload official documents (acceptance letters, visa notices, healthcare forms, tax letters) and immediately obtain personalized, step-by-step action plans in everyday language. The AI parses complex legal/administrative documents and cross-references official sources to offer suggestions and deadlines, along with trusted resource recommendations (e.g., Mastersportal.com for study programs, EducationUSA.gov for visas to the USA, embassy sites worldwide).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Initial focus on high-impact countries (e.g., India for incoming students, then the USA, Canada, Germany, UK, Australia), emphasizing equity: multilingual support, non-native speaker accessibility, and free basic guidance to minimize barriers in public systems.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49"/>
            <a:ext cx="8769238" cy="345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US" sz="2400" dirty="0">
                <a:effectLst/>
              </a:rPr>
              <a:t>How different is it from any of the other existing ideas?</a:t>
            </a:r>
          </a:p>
          <a:p>
            <a:endParaRPr lang="en-US" sz="2400" dirty="0">
              <a:effectLst/>
            </a:endParaRPr>
          </a:p>
          <a:p>
            <a:pPr algn="just"/>
            <a:r>
              <a:rPr lang="en-IN" sz="2000" dirty="0">
                <a:effectLst/>
              </a:rPr>
              <a:t>Most existing tools are:</a:t>
            </a:r>
          </a:p>
          <a:p>
            <a:pPr algn="just"/>
            <a:endParaRPr lang="en-IN" sz="2000" dirty="0">
              <a:effectLst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Immigration-only (e.g., visa checkers like VFS Global apps or </a:t>
            </a:r>
            <a:r>
              <a:rPr lang="en-IN" sz="2000" dirty="0" err="1"/>
              <a:t>JustiGuide</a:t>
            </a:r>
            <a:r>
              <a:rPr lang="en-IN" sz="2000" dirty="0"/>
              <a:t> – U.S.-centric)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Fragmented (separate apps for housing like </a:t>
            </a:r>
            <a:r>
              <a:rPr lang="en-IN" sz="2000" dirty="0" err="1"/>
              <a:t>Nestpick</a:t>
            </a:r>
            <a:r>
              <a:rPr lang="en-IN" sz="2000" dirty="0"/>
              <a:t>, tax like TurboTax, healthcare portals)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Employer-focused (</a:t>
            </a:r>
            <a:r>
              <a:rPr lang="en-IN" sz="2000" dirty="0" err="1"/>
              <a:t>Deel</a:t>
            </a:r>
            <a:r>
              <a:rPr lang="en-IN" sz="2000" dirty="0"/>
              <a:t>, </a:t>
            </a:r>
            <a:r>
              <a:rPr lang="en-IN" sz="2000" dirty="0" err="1"/>
              <a:t>Jobbatical</a:t>
            </a:r>
            <a:r>
              <a:rPr lang="en-IN" sz="2000" dirty="0"/>
              <a:t>) or general chatbots (</a:t>
            </a:r>
            <a:r>
              <a:rPr lang="en-IN" sz="2000" dirty="0" err="1"/>
              <a:t>ChatGPT</a:t>
            </a:r>
            <a:r>
              <a:rPr lang="en-IN" sz="2000" dirty="0"/>
              <a:t> hacks) that hallucinate or lack document parsing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algn="just"/>
            <a:r>
              <a:rPr lang="en-IN" sz="2000" dirty="0" err="1">
                <a:effectLst/>
              </a:rPr>
              <a:t>GlobalPath</a:t>
            </a:r>
            <a:r>
              <a:rPr lang="en-IN" sz="2000" dirty="0">
                <a:effectLst/>
              </a:rPr>
              <a:t> AI stands out by:</a:t>
            </a:r>
          </a:p>
          <a:p>
            <a:pPr algn="just"/>
            <a:endParaRPr lang="en-IN" sz="2000" dirty="0">
              <a:effectLst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Integrating the full post-arrival stack (visa + healthcare + housing + tax) in one tool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Using document upload + AI parsing for personalized, accurate plans (not generic advice)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Targeting international students/migrants specifically with education-focused resources (e.g., scholarship sites, </a:t>
            </a:r>
            <a:r>
              <a:rPr lang="en-IN" sz="2000" dirty="0" err="1"/>
              <a:t>uni</a:t>
            </a:r>
            <a:r>
              <a:rPr lang="en-IN" sz="2000" dirty="0"/>
              <a:t> housing portals)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Emphasizing public impact: democratizing access to scattered government/NGO resources for underserved global communities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533A-5B83-4663-BB48-D829DF07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USP of the proposed solution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7921F-31E5-4CE7-9D04-EB71FECFD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626" t="-2656" r="1626" b="12235"/>
          <a:stretch/>
        </p:blipFill>
        <p:spPr>
          <a:xfrm>
            <a:off x="-207205" y="405381"/>
            <a:ext cx="9144000" cy="429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1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99237-A5C3-429A-8D83-38F1BC9BEA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956" b="5921"/>
          <a:stretch/>
        </p:blipFill>
        <p:spPr>
          <a:xfrm>
            <a:off x="1013497" y="1517994"/>
            <a:ext cx="6983285" cy="3310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190080" y="629320"/>
            <a:ext cx="7531800" cy="45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A5A356-0408-4F27-AA72-C9112EC0EE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392" t="-4817" r="-1" b="10762"/>
          <a:stretch/>
        </p:blipFill>
        <p:spPr>
          <a:xfrm>
            <a:off x="85847" y="308671"/>
            <a:ext cx="7531800" cy="4837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ACB637-1A53-4D24-B3DF-9ACBABA5C4F2}"/>
              </a:ext>
            </a:extLst>
          </p:cNvPr>
          <p:cNvSpPr txBox="1"/>
          <p:nvPr/>
        </p:nvSpPr>
        <p:spPr>
          <a:xfrm>
            <a:off x="6982959" y="3449834"/>
            <a:ext cx="23997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dirty="0">
                <a:effectLst/>
              </a:rPr>
              <a:t>Solves root issue: information asymmetry and complexity in public systems → empowers communities with equitable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240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0" y="687878"/>
            <a:ext cx="7531800" cy="6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1929B-FC0D-45D3-ABA7-60EC66FB7B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73" r="7579" b="8774"/>
          <a:stretch/>
        </p:blipFill>
        <p:spPr>
          <a:xfrm>
            <a:off x="4454567" y="568035"/>
            <a:ext cx="4689433" cy="4498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154045" y="557249"/>
            <a:ext cx="7531800" cy="67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41C01A-77B2-4741-B594-1DE85AE7F5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0" t="-1050" r="60" b="10672"/>
          <a:stretch/>
        </p:blipFill>
        <p:spPr>
          <a:xfrm>
            <a:off x="1917830" y="369363"/>
            <a:ext cx="7537888" cy="46485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298187" y="85904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cost:</a:t>
            </a:r>
          </a:p>
          <a:p>
            <a:r>
              <a:rPr lang="en-IN" dirty="0">
                <a:effectLst/>
              </a:rPr>
              <a:t>MVP (idea to prototype): ~₹50,000–1,00,000 (mostly AWS credits from hackathon + free tiers)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Development: Student team time (low cost)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AWS: Credits cover Bedrock/Lambda/S3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Scaling later: Subscription model + premium features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476</Words>
  <Application>Microsoft Office PowerPoint</Application>
  <PresentationFormat>On-screen Show (16:9)</PresentationFormat>
  <Paragraphs>32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Wingdings</vt:lpstr>
      <vt:lpstr>Manrope</vt:lpstr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USP of the proposed solution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Vaishak</dc:creator>
  <cp:lastModifiedBy>Vaishak</cp:lastModifiedBy>
  <cp:revision>5</cp:revision>
  <dcterms:modified xsi:type="dcterms:W3CDTF">2026-02-15T17:26:44Z</dcterms:modified>
</cp:coreProperties>
</file>